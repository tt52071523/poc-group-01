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大家好，今天要介紹的是本地智搜助理。這是一個針對電腦大量檔案設計的搜尋工具，目標是讓使用者不只找得到檔名，也能找出文件和圖片裡面的文字。今天展示的是網頁互動原型。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我們常遇到的問題是，明明資料存在電腦裡，卻不知道放在哪裡。尤其像發票照片、會議紀錄和 PDF，可能只記得其中一句話。這個工具希望把找檔案變成直接搜尋內容。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核心想法是建立一個統一的搜尋入口。使用者輸入關鍵字後，可以從檔名、路徑和已索引的文字找結果，還能依檔案類型快速縮小範圍。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這是目前 HTML 介面已經能操作的主要功能。上方管理掃描目錄，中間搜尋，下面呈現結果。使用者可切換顯示方式，也能查看完整文字內容。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操作順序非常直覺。先設定目錄，接著掃描，再搜尋，最後查看結果。要提醒的是，目前掃描按鈕顯示的是模擬進度，不是真的掃描硬碟。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接下來可以切到網站操作。先按熱門關鍵字財務發票，再切換圖片分類。接著切換顯示模式，最後點開全文視窗。這些功能使用 HTML 內建的六筆模擬資料進行展示。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從網頁程式碼可以看到，前端採用 HTML、Tailwind 和 JavaScript。畫面也規劃了 FastAPI、SQLite FTS5 與 PaddleOCR 的整合，但這份上傳的檔案尚未提供真正的後端服務。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這一頁是成果報告的重要部分。我們有完成可互動的 POC，但不能把模擬數據當成真實測試成果。網站上看到的三萬多筆檔案數和毫秒數字是展示用途。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未來最重要的是把前端接上真正的資料處理流程。完成後還要驗證速度、準確率以及本機資料的安全性，才可以說這是一套實際可用的離線搜尋系統。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總結來說，本地智搜助理的價值，是讓使用者用記得的內容找回檔案。目前已完成操作介面和流程驗證，下一步是串接實際 OCR 與資料庫。以上是我們的分享，謝謝大家。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8CF8"/>
                </a:solidFill>
                <a:latin typeface="Microsoft JhengHei"/>
              </a:defRPr>
            </a:pPr>
            <a:r>
              <a:t>LOCAL SEARCH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Microsoft JhengHei"/>
              </a:defRPr>
            </a:pPr>
            <a:r>
              <a:t>本地智搜助理｜Local Search 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09397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離線多模態檔案搜尋與 OCR 管理系統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07208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935224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網頁互動原型（POC）成果展示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48456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77647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報告時間：約 5–8 分鐘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8CF8"/>
                </a:solidFill>
                <a:latin typeface="Microsoft JhengHei"/>
              </a:defRPr>
            </a:pPr>
            <a:r>
              <a:t>LOCAL SEARCH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Microsoft JhengHei"/>
              </a:defRPr>
            </a:pPr>
            <a:r>
              <a:t>01｜為什麼要做這個工具？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09397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資料散落在不同硬碟與資料夾，搜尋耗時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07208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935224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只記得內容、不記得檔名時，很難找回資料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48456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77647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掃描圖片與 PDF 內的文字，不容易用一般檔名搜尋找到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8CF8"/>
                </a:solidFill>
                <a:latin typeface="Microsoft JhengHei"/>
              </a:defRPr>
            </a:pPr>
            <a:r>
              <a:t>LOCAL SEARCH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Microsoft JhengHei"/>
              </a:defRPr>
            </a:pPr>
            <a:r>
              <a:t>02｜核心解決方案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09397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輸入關鍵字，同時比對檔名、路徑與內容文字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07208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935224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依圖片、文件、純文字／程式碼篩選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48456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77647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透過 OCR 的概念，讓圖片文字也可以被搜尋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8CF8"/>
                </a:solidFill>
                <a:latin typeface="Microsoft JhengHei"/>
              </a:defRPr>
            </a:pPr>
            <a:r>
              <a:t>LOCAL SEARCH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Microsoft JhengHei"/>
              </a:defRPr>
            </a:pPr>
            <a:r>
              <a:t>03｜網站主要功能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09397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硬碟目錄輸入、掃描進度與索引統計儀表板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07208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935224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關鍵字搜尋、熱門標籤、類型過濾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48456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77647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卡片／清單切換、結果摘要與文字反白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89704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61772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全文檢視、複製內容與檔案路徑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556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8CF8"/>
                </a:solidFill>
                <a:latin typeface="Microsoft JhengHei"/>
              </a:defRPr>
            </a:pPr>
            <a:r>
              <a:t>LOCAL SEARCH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Microsoft JhengHei"/>
              </a:defRPr>
            </a:pPr>
            <a:r>
              <a:t>04｜使用流程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09397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STEP 1　設定想管理的硬碟資料夾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07208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935224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STEP 2　執行掃描與 OCR（目前為動畫模擬）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48456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77647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STEP 3　輸入關鍵字並選擇檔案類型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89704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61772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STEP 4　查看結果、開啟全文或複製路徑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556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8CF8"/>
                </a:solidFill>
                <a:latin typeface="Microsoft JhengHei"/>
              </a:defRPr>
            </a:pPr>
            <a:r>
              <a:t>LOCAL SEARCH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Microsoft JhengHei"/>
              </a:defRPr>
            </a:pPr>
            <a:r>
              <a:t>05｜實際操作展示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09397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示範 A：搜尋「財務發票」，查看相關檔案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07208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935224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示範 B：切換「圖片 / OCR」篩選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48456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77647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示範 C：切換卡片與清單顯示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89704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61772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示範 D：點選全文，檢視 OCR 文字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556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8CF8"/>
                </a:solidFill>
                <a:latin typeface="Microsoft JhengHei"/>
              </a:defRPr>
            </a:pPr>
            <a:r>
              <a:t>LOCAL SEARCH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Microsoft JhengHei"/>
              </a:defRPr>
            </a:pPr>
            <a:r>
              <a:t>06｜預計採用的系統架構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09397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前端：HTML + Tailwind CSS + JavaScript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07208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935224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後端規劃：Python 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48456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77647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索引規劃：SQLite FTS5 全文檢索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89704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61772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圖片文字辨識規劃：PaddleOCR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556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8CF8"/>
                </a:solidFill>
                <a:latin typeface="Microsoft JhengHei"/>
              </a:defRPr>
            </a:pPr>
            <a:r>
              <a:t>LOCAL SEARCH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Microsoft JhengHei"/>
              </a:defRPr>
            </a:pPr>
            <a:r>
              <a:t>07｜目前完成程度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09397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已完成：一頁式深色介面與互動搜尋展示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07208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935224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已完成：六筆範例資料、篩選、全文檢視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48456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77647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模擬功能：掃描進度、API 健康檢查、索引統計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89704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61772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尚待整合：實際硬碟掃描、OCR、資料庫與後端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556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8CF8"/>
                </a:solidFill>
                <a:latin typeface="Microsoft JhengHei"/>
              </a:defRPr>
            </a:pPr>
            <a:r>
              <a:t>LOCAL SEARCH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Microsoft JhengHei"/>
              </a:defRPr>
            </a:pPr>
            <a:r>
              <a:t>08｜未來開發方向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09397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串接實際 FastAPI 服務與硬碟索引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07208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935224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導入 PaddleOCR 辨識圖片與掃描文件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48456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77647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建立 SQLite FTS5 資料庫與增量更新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89704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61772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驗證搜尋速度、辨識準確率與資料安全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556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8CF8"/>
                </a:solidFill>
                <a:latin typeface="Microsoft JhengHei"/>
              </a:defRPr>
            </a:pPr>
            <a:r>
              <a:t>LOCAL SEARCH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Microsoft JhengHei"/>
              </a:defRPr>
            </a:pPr>
            <a:r>
              <a:t>09｜結論與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09397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讓找檔案從「記得檔名」變成「記得內容」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07208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935224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一頁式介面整合搜尋、篩選與 OCR 全文查看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48456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77647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目前完成互動 POC，下一階段進入真實後端整合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89704"/>
            <a:ext cx="1078992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61772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1F5F9"/>
                </a:solidFill>
                <a:latin typeface="Microsoft JhengHei"/>
              </a:defRPr>
            </a:pPr>
            <a:r>
              <a:t>謝謝大家，歡迎提問！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556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